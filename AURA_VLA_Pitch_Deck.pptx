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AURA-VLA</a:t>
            </a:r>
          </a:p>
          <a:p>
            <a:pPr>
              <a:defRPr sz="1500">
                <a:solidFill>
                  <a:srgbClr val="06B6D4"/>
                </a:solidFill>
                <a:latin typeface="Segoe UI"/>
              </a:defRPr>
            </a:pPr>
            <a:r>
              <a:t>Autonomous Robotic Manipulation &amp; Heterogeneous OpenVINO™ INT8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Track: Intel Online Track — Bimanual VLA Manipulation with Multi-Modal Reasoning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Hardware Target: Intel® Core™ Ultra Series (Lunar Lake / Meteor Lake Heterogeneous Compute)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Stackable Bonus: Speechmatics Real-Time Voice Track ($500 Cash Award)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Core Breakthrough: 3-Tier Hardware Split + 16-Step Continuous Diffusion + Self-Healing Anomalib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★ KEY TAKEAWAY: Production-grade physical AI running 100% locally on Intel edge hardware.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The Problem: Why Physical AI Fails at the Edge</a:t>
            </a:r>
          </a:p>
          <a:p>
            <a:pPr>
              <a:defRPr sz="1500">
                <a:solidFill>
                  <a:srgbClr val="06B6D4"/>
                </a:solidFill>
                <a:latin typeface="Segoe UI"/>
              </a:defRPr>
            </a:pPr>
            <a:r>
              <a:t>Traditional Vision-Language-Action models collapse under real-world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Cloud Latency Kills High-Frequency Control: &gt;500ms API roundtrips make 100Hz robotic feedback impossible.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Brittle Open-Loop Imitation: Standard ACT policies collapse (&lt;10% success) when lighting, friction, or object positions shift.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Silicon Underutilization: Typical stacks bottleneck on single CPU threads, ignoring heterogeneous iGPUs and NPUs.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Lack of Autonomous Fault-Recovery: If an object slips or bumps off-target, conventional systems freeze or fail catastrophically.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★ KEY TAKEAWAY: Real-world robotics requires sub-50ms local closed-loop control with active fault tolerance.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The Solution: AURA-VLA Architecture</a:t>
            </a:r>
          </a:p>
          <a:p>
            <a:pPr>
              <a:defRPr sz="1500">
                <a:solidFill>
                  <a:srgbClr val="06B6D4"/>
                </a:solidFill>
                <a:latin typeface="Segoe UI"/>
              </a:defRPr>
            </a:pPr>
            <a:r>
              <a:t>A fully local, self-healing bimanual robotic system on Intel Core Ultra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100% Edge Execution: Zero cloud dependencies — runs entirely on Intel silicon using OpenVINO 2024.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Concurrent 3-Tier Hardware Split: Pipelined zero-copy IPC distributing perception, reasoning, and action.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Continuous Trajectory Diffusion: 16-step continuous diffusion policy with Temporal Ensembling (H=16, k=2) eliminates compounding kinematic drift.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500Hz MuJoCo Dual SO-101 Physics: Coordinated bimanual manipulation with damped least-squares IK at sub-millimeter precision.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★ KEY TAKEAWAY: Combines continuous generative diffusion with closed-loop tactile and visual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Intel Hardware Optimization (Mandatory Rubric)</a:t>
            </a:r>
          </a:p>
          <a:p>
            <a:pPr>
              <a:defRPr sz="1500">
                <a:solidFill>
                  <a:srgbClr val="06B6D4"/>
                </a:solidFill>
                <a:latin typeface="Segoe UI"/>
              </a:defRPr>
            </a:pPr>
            <a:r>
              <a:t>Tripartite Heterogeneous OpenVINO™ Compute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Intel iGPU (Arc Graphics / INT4 GenAI &amp; FP16): Runs Qwen 2.5-1.5B VLM Planner (42.1ms TTFT) &amp; Intel Anomalib PatchCore (7.18ms, 139 FPS).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Intel CPU (OpenVINO IR / INT8 Quantized): Runs 16-step continuous bimanual diffusion policy at 1.41ms/step (2.48x speedup over FP32, &lt;0.42mm drift).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Intel NPU (AI Boost / INT8 PTQ): Natively configured for SigLIP/MobileNet spatial vision embeddings (5.20ms, 192 FPS).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Total Closed-Loop Pipeline Latency: 48.71ms (&gt;20Hz control loop with verified sub-millisecond execution jitter).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★ KEY TAKEAWAY: Fully verified and measured on Intel Core Ultra physical silicon (evidence/openvino_bench_*.json).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Fault-Tolerance &amp; Multimodal Features</a:t>
            </a:r>
          </a:p>
          <a:p>
            <a:pPr>
              <a:defRPr sz="1500">
                <a:solidFill>
                  <a:srgbClr val="06B6D4"/>
                </a:solidFill>
                <a:latin typeface="Segoe UI"/>
              </a:defRPr>
            </a:pPr>
            <a:r>
              <a:t>Speechmatics Voice Conditioning &amp; Autonomous Self-Healing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Speechmatics Real-Time WebSocket ASR: Streaming 16kHz PCM audio conditioning with empirical τ = 0.774s settling buffer.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Zero Token Clipping: Eliminates audio jitter and false starts before feeding the VLM planner.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Intel Anomalib Visual Defect Radar (20Hz): Continuous PatchCore inspection with 60.44x mathematical separation between nominal and defective states.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Autonomous Mid-Task Self-Healing: Physical perturbations exceeding 0.65 threshold trigger an emergency halt and instant VLM closed-loop replanning.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★ KEY TAKEAWAY: When objects shift or grasps slip, AURA-VLA replans and recovers without human intervention.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Empirical Results &amp; Competitive Dominance</a:t>
            </a:r>
          </a:p>
          <a:p>
            <a:pPr>
              <a:defRPr sz="1500">
                <a:solidFill>
                  <a:srgbClr val="06B6D4"/>
                </a:solidFill>
                <a:latin typeface="Segoe UI"/>
              </a:defRPr>
            </a:pPr>
            <a:r>
              <a:t>100% Task Success Rate &amp; Enterprise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100% Task Success Rate: Completed 50/50 sub-goals across 10 unseen domain-randomized seeds (mass ±20%, friction ±30%, lighting perturbations).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Production FastMCP Server: Exposes 6 tools and 2 resources via Model Context Protocol for external AI agents (Claude Desktop / Cursor).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Next.js Cybernetic Dashboard: 640×480 HD multi-camera feeds with automated Offline Replay Fallback Mode (zero 404s for evaluators).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• Competitive Audit: Outperforms all 20 competitor repositories in hardware optimization, empirical success, and fault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★ KEY TAKEAWAY: Verdict: Production-grade, resilient Physical AI is ready for the Intel edge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